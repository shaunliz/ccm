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4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CLAUDE CODE USAGE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Claude Code 사용량 모니터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사용자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160520"/>
            <a:ext cx="1280160" cy="28575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버전 1.0.0   ·   Windows 10 / 11 (64bit)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32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Innogrid Co., Ltd.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C4E8"/>
                </a:solidFill>
                <a:latin typeface="맑은 고딕"/>
                <a:ea typeface="맑은 고딕"/>
                <a:cs typeface="맑은 고딕"/>
              </a:rPr>
              <a:t>GNU General Public License v3.0 only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이 문서의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11064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50292" cy="6217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745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0.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91109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개발 배경, 프로그램 구성, 동작 방식, 설치 전 준비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514600"/>
            <a:ext cx="11064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14600"/>
            <a:ext cx="50292" cy="6217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6060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1. 설치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264261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설치 순서와 각 화면, 설치 후 확인, 조용한 설치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246120"/>
            <a:ext cx="11064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246120"/>
            <a:ext cx="50292" cy="6217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337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337413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메인 창, 트레이 상주, 알림, 설정, 알림 관리, 디버그 콘솔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77640"/>
            <a:ext cx="11064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977640"/>
            <a:ext cx="50292" cy="6217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069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3. 제거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410565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제거 방법과 제거 중 고르는 선택지, 지워지는 것과 남는 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709160"/>
            <a:ext cx="11064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709160"/>
            <a:ext cx="50292" cy="6217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800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4. Claude Code CLI 지원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048" y="483717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터미널 상태줄 표시, 훅 등록과 해제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440680"/>
            <a:ext cx="11064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440680"/>
            <a:ext cx="50292" cy="6217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532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5. 기타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13048" y="556869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라이선스, 문제 해결, 사양과 제한, 문의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822960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SECTION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7033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개발 배경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프로그램 구성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동작 방식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설치 전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0.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0.1  개발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왜 만들었는가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한도는 있는데 눈에 보이지 않았다. </a:t>
            </a:r>
            <a:r>
              <a:rPr sz="14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Claude Code 는 5시간 세션 한도와 주간 한도를 쓰지만, 작업 중에는 얼마나 썼는지 알 길이 없습니다. 한도에 걸린 뒤에야 알게 되고, 그때는 이미 작업이 끊깁니다.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확인하려면 손이 갔다. </a:t>
            </a:r>
            <a:r>
              <a:rPr sz="14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브라우저의 Claude 앱을 열어 사용량 화면까지 들어가야 합니다. 코드를 쓰다 말고 할 일은 아닙니다.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모델별 주간 한도는 특히 안 보였다. </a:t>
            </a:r>
            <a:r>
              <a:rPr sz="14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세션과 전체 주간은 터미널 상태줄에 올릴 수 있지만, 모델별 주간 한도(예: Fable)는 Claude Code 가 상태줄로 넘기는 자료에 아예 들어 있지 않습니다.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977639"/>
            <a:ext cx="11064240" cy="484632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977639"/>
            <a:ext cx="45720" cy="48463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087367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그래서 트레이에 상주하면서 세 지표를 스스로 조회하고, 한도에 가까워지면 먼저 알려 주는 프로그램을 만들었습니다.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09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만들면서 지킨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12064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토큰을 쓰지 않는다 — 사용량 조회는 모델을 호출하지 않으므로 요금이 붙지 않습니다.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관리자 권한을 요구하지 않는다 — 사용자 폴더에만 설치하고 씁니다.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남의 설정을 말없이 고치지 않는다 — Claude Code 의 설정 파일은 물어보고, 고치기 전에 백업합니다.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0.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0.2  프로그램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실행 파일 두 개로 나뉩니다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534924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5349240" cy="5486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B4F8A"/>
                </a:solidFill>
                <a:latin typeface="Consolas"/>
                <a:ea typeface="Consolas"/>
                <a:cs typeface="Consolas"/>
              </a:rPr>
              <a:t>ClaudeCodeMonitor.exe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트레이 상주 본체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880360"/>
            <a:ext cx="4800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claude 를 띄워 세 지표를 주기적으로 조회한다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추이 차트와 게이지로 보여 준다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임계치를 넘으면 윈도우 알림을 띄운다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로그인할 때 자동으로 뜬다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8" y="1828800"/>
            <a:ext cx="534924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1928" y="1828800"/>
            <a:ext cx="5349240" cy="5486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084831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B4F8A"/>
                </a:solidFill>
                <a:latin typeface="Consolas"/>
                <a:ea typeface="Consolas"/>
                <a:cs typeface="Consolas"/>
              </a:rPr>
              <a:t>ccm_probe.exe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statusline 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880360"/>
            <a:ext cx="4800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F9D55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Claude Code 가 넘긴 자료를 읽는다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F9D55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스냅샷 파일로 남긴다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F9D55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터미널 아래에 한 줄을 그린다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1F9D55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본체가 없어도 혼자 동작한다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315968"/>
            <a:ext cx="1106424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315968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425696"/>
            <a:ext cx="107167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둘은 따로 돕니다. 훅만 등록해도 상태줄은 나오고, 본체만 켜도 트레이 감시는 동작합니다. 함께 쓰면 상태줄에 모델별 값까지 붙습니다.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4956048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85216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보는 지표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세션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5시간 단위 세션 한도 사용률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5시간마다 재설정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모델 (주간)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일주일 동안 모든 모델을 합친 사용률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단위 재설정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모델별 (주간)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특정 모델의 주간 사용률 (예: Fable)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단위 재설정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0.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0.3  동작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사용량을 얻는 길이 둘이고, 얻을 수 있는 지표 수가 다릅니다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64240" cy="1078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2286000"/>
                <a:gridCol w="201168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경로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누가 부르는가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얻는 지표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신선도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statusline 훅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Claude Code 가 ccm_probe 를 부른다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2개 (세션·모든 모델)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(파일 한 번 쓰기)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5초마다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claude CLI 조회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본체가 claude 를 띄워 물어본다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이상 (모델별 포함)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1~2초, 토큰 비용 없음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간격만큼 (기본 5분)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왜 두 길이 필요한가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57600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모델별 주간 한도는 ①에 없습니다. </a:t>
            </a: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Claude Code 가 상태줄로 넘기는 자료에는 세션과 전체 주간 둘뿐입니다. 프로그램이 버리는 것이 아니라 처음부터 들어오지 않습니다.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①은 요청할 수 없습니다. </a:t>
            </a: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Claude Code 가 줄 때만 받는 구조라, 사용자가 보고 싶을 때 값을 당겨올 수 없습니다. 그래서 본체는 ②로 직접 물어봅니다.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그래서 서로를 채웁니다. </a:t>
            </a: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본체가 ②로 알아낸 모델별 값을 남겨 두면, 훅이 상태줄을 그릴 때 그 값을 함께 적습니다.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32120"/>
            <a:ext cx="11064240" cy="694944"/>
          </a:xfrm>
          <a:prstGeom prst="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532120"/>
            <a:ext cx="45720" cy="69494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641848"/>
            <a:ext cx="107167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사용량 조회는 모델을 호출하지 않습니다. 조회를 아무리 자주 해도 토큰 요금은 붙지 않습니다. 다만 조회 1회에 claude 세션이 하나 뜨므로 간격을 너무 짧게 두지는 마십시오.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0.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0.4  설치 전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확인할 것은 세 가지뿐입니다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6424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206240"/>
                <a:gridCol w="47548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사항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방법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운영체제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Windows 10 또는 11 (64bit)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&gt; 시스템 &gt; 정보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Claude Code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설치되어 있고 로그인되어 있을 것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터미널에서 claude --version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권한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없음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UAC 창이 뜨지 않습니다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 공간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32 MB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화면에 필요한 공간이 표시됩니다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Qt · C 런타임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따로 설치할 것 없음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설치본에 함께 들어 있습니다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160520"/>
            <a:ext cx="11064240" cy="694944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160520"/>
            <a:ext cx="45720" cy="6949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270248"/>
            <a:ext cx="107167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Claude Code 가 없거나 로그인되어 있지 않으면 사용량 조회가 실패합니다. 프로그램은 뜨지만 값이 채워지지 않고 상태 표시등이 [조회 실패] 로 바뀝니다.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892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설치되는 자리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303520"/>
            <a:ext cx="11064240" cy="923544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449824"/>
            <a:ext cx="10771632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프로그램   %LOCALAPPDATA%\Programs\ClaudeCodeMonitor\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설정·이력  %LOCALAPPDATA%\ClaudeCodeMonitor\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자동 실행  HKCU\Software\Microsoft\Windows\CurrentVersion\Run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822960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7033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설치 순서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화면별 안내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설치 후 확인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조용한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1.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1.1  설치 순서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설치 파일을 두 번 누르면 다섯 화면이 지나갑니다. 관리자 권한은 묻지 않습니다.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65960"/>
            <a:ext cx="2057400" cy="1417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2057400" cy="502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7282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시작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안내를 읽고 [다음]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4328" y="25420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DDE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965960"/>
            <a:ext cx="2057400" cy="1417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965960"/>
            <a:ext cx="2057400" cy="502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148840"/>
            <a:ext cx="17282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②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라이선스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GPLv3 전문. [다음]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6320" y="25420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DDE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10912" y="1965960"/>
            <a:ext cx="2057400" cy="1417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0912" y="1965960"/>
            <a:ext cx="2057400" cy="502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2148840"/>
            <a:ext cx="17282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③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설치 위치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기본값 그대로 [설치]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8312" y="25420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DDE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2904" y="1965960"/>
            <a:ext cx="2057400" cy="1417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32904" y="1965960"/>
            <a:ext cx="2057400" cy="502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2148840"/>
            <a:ext cx="17282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④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설치 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파일 복사 (수 초)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0304" y="25420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7DDE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4896" y="1965960"/>
            <a:ext cx="2057400" cy="14173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54896" y="1965960"/>
            <a:ext cx="2057400" cy="5029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9488" y="2148840"/>
            <a:ext cx="1728216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확인란 2개 고르고 [마침]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703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설치 파일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114800"/>
            <a:ext cx="11064240" cy="502920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261104"/>
            <a:ext cx="10771632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ClaudeCodeMonitor-1.0.0-setup.exe        약 9.5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800600"/>
            <a:ext cx="11064240" cy="484632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800600"/>
            <a:ext cx="45720" cy="4846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910328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이미 실행 중이면 설치 관리자가 먼저 알립니다. 트레이 아이콘에서 [종료] 한 뒤 다시 시작하십시오.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413248"/>
            <a:ext cx="11064240" cy="484632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413248"/>
            <a:ext cx="45720" cy="48463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522976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인터넷에서 받은 파일은 SmartScreen 경고가 뜰 수 있습니다. [추가 정보] &gt; [실행] 으로 진행하십시오.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1.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1.2  ① 시작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403" y="1817829"/>
            <a:ext cx="6008370" cy="3725261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-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7354"/>
            <a:ext cx="5989320" cy="3706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150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화면 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19"/>
            <a:ext cx="4800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무엇을 하는 화면인가 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설치를 시작한다는 안내만 보여 줍니다.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할 일 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[다음] 을 누릅니다.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되돌리기 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 화면에서는 [취소] 로 언제든 그만둘 수 있습니다. 아직 아무것도 바뀌지 않습니다.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1.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1.3  ② 라이선스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403" y="1817829"/>
            <a:ext cx="6008370" cy="3725261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-lic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7354"/>
            <a:ext cx="5989320" cy="3706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150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화면 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19"/>
            <a:ext cx="4800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무엇을 하는 화면인가 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GNU 일반 공중 사용 허가서 버전 3(GPLv3) 전문입니다.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단추가 [동의함] 이 아닌 이유 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GPLv3 는 프로그램을 쓰기 위해 동의를 받아야 하는 계약이 아닙니다. 보여 주기만 하므로 단추도 [다음] 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할 일 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[다음] 을 누릅니다. 전문은 설치 폴더에도 LICENSE 파일로 남습니다.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1.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1.4  ③ 설치 위치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403" y="1817829"/>
            <a:ext cx="6008370" cy="3725261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7354"/>
            <a:ext cx="5989320" cy="3706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150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화면 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19"/>
            <a:ext cx="4800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기본 설치 위치 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%LOCALAPPDATA%\Programs\ClaudeCodeMonitor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바꿔도 되는가 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됩니다. 다만 기본값을 권합니다. 관리자 권한이 필요 없는 자리이고, 제거할 때도 그대로 찾아갑니다.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필요한 공간 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약 32 MB. 화면 아래에 남은 공간과 함께 표시됩니다.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할 일 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[설치] 를 누릅니다.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5074920"/>
            <a:ext cx="4800600" cy="905256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5074920"/>
            <a:ext cx="45720" cy="90525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5184648"/>
            <a:ext cx="445312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Program Files 에 설치하지 않는 것은 일부러입니다. 사용자 한 사람에게 매인 프로그램이라 권한 상승이 필요 없습니다.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1.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1.5  ④ 설치 중 화면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403" y="1817829"/>
            <a:ext cx="6008370" cy="3725261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insta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7354"/>
            <a:ext cx="5989320" cy="3706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150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화면 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19"/>
            <a:ext cx="4800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무엇이 일어나는가 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실행 파일과 Qt 런타임, C 런타임을 설치 폴더에 풉니다. 보통 수 초면 끝납니다.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시작 메뉴 바로가기 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[Claude Code Monitor] 와 [제거] 두 개가 만들어집니다.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제어판 등록 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[앱 및 기능] 목록에 올라가 나중에 거기서도 제거할 수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자세히 보기 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무엇이 풀리는지 한 줄씩 확인할 수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1.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1.6  ⑤ 완료 화면 — 확인란 두 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403" y="1817829"/>
            <a:ext cx="6008370" cy="3725261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fi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7354"/>
            <a:ext cx="5989320" cy="3706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71500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화면 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74519"/>
            <a:ext cx="4800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0" y="1874519"/>
          <a:ext cx="4800600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2004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확인란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켜면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지금 실행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관리자를 닫으면서 프로그램을 띄웁니다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로그인할 때
자동으로 실행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로그인할 때마다 트레이에 자동으로 올라옵니다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858000" y="3611880"/>
            <a:ext cx="4800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둘 다 기본으로 켜져 있습니다. 권장값입니다.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자동 실행은 나중에 [설정 &gt; 환경 설정] 이나 트레이 우클릭 메뉴에서도 바꿀 수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끄고 마치면 자동 실행 등록을 하지 않습니다.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074920"/>
            <a:ext cx="4800600" cy="484632"/>
          </a:xfrm>
          <a:prstGeom prst="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0" y="5074920"/>
            <a:ext cx="45720" cy="48463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5184648"/>
            <a:ext cx="44531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[마침] 을 누르면 설치가 끝납니다.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1.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1.7  설치 후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세 군데만 보면 제대로 깔렸는지 알 수 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6675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트레이 아이콘 </a:t>
            </a: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작업 표시줄 오른쪽에 사용률 숫자가 적힌 아이콘이 생깁니다. 보이지 않으면 [숨겨진 아이콘 표시(^)] 안에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시작 메뉴 </a:t>
            </a: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[Claude Code Monitor] 폴더 안에 실행 바로가기와 [제거] 가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자동 실행 </a:t>
            </a: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작업 관리자 &gt; [시작 앱] 목록에 ClaudeCodeMonitor 가 보입니다. 완료 화면에서 확인란을 켠 경우입니다.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첫 값이 뜨기까지 </a:t>
            </a:r>
            <a:r>
              <a:rPr sz="13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프로그램이 뜬 뒤 claude 에게 물어보는 데 1~2초가 걸립니다. 그 사이 값은 비어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9789" y="1773555"/>
            <a:ext cx="3462821" cy="331089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1-tray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314" y="1783080"/>
            <a:ext cx="3443771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9520" y="51389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트레이 아이콘을 한 번 누르면 나오는 팝업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577840"/>
            <a:ext cx="1106424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577840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687568"/>
            <a:ext cx="107167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설치 직후에는 [훅 미등록] 로 표시됩니다. 터미널 상태줄 표시를 함께 쓰려면 4장을 보십시오. 훅을 등록하지 않아도 사용량 조회와 알림은 그대로 동작합니다.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1. 설치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1.8  조용한 설치와 재설치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여러 대에 배포하거나 다시 깔 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화면 없이 설치하기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64240" cy="713232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40864"/>
            <a:ext cx="10771632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ClaudeCodeMonitor-1.0.0-setup.exe /S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ClaudeCodeMonitor-1.0.0-setup.exe /S /D=C:\Tools\ClaudeCodeMonitor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632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/S 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화면 없이 설치합니다. 확인란이 없으므로 자동 실행은 권장값(등록함)으로 처리합니다.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/D= 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설치 위치를 지정합니다. 반드시 맨 마지막에 적고, 따옴표를 쓰지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86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다시 설치할 때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4297680"/>
          <a:ext cx="1106424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상황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어떻게 되는가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위치에 덮어쓰기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파일을 덮어씁니다. 설정과 사용률 이력은 그대로 남습니다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중인 채로 설치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관리자가 먼저 알립니다. 트레이에서 종료한 뒤 진행하십시오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위치에 설치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폴더는 남습니다. 먼저 제거하는 편이 깔끔합니다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822960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기능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7033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메인 창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트레이 상주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알림과 임계치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설정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부가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2.1  메인 창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위에서부터 네 칸입니다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3051" y="1727835"/>
            <a:ext cx="3513993" cy="449961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76" y="1737360"/>
            <a:ext cx="3494943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74920" y="1828800"/>
            <a:ext cx="6583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① 상태 표시등 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빛 하나가 좌우로 오갑니다. 색은 사용량 수준, 움직임은 프로그램 상태를 말합니다.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② 사용률 추이 (최근 24시간) 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지표별 꺾은선과 임계치 점선. 쌓아 둔 표본으로 그립니다.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③ 현재 사용량 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지표별 가로 막대. 색이 알림 수준(정상·알림·경고·위험)을 따릅니다. 재설정 시각이 함께 나옵니다.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④ 요약 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세 지표의 사용률과 재설정 시각, 플랜, 마지막 업데이트 시각, 자동 조회 간격.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⑤ 아래쪽 단추 셋 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[지금 조회] · [알림 관리 (N)] · [설정]. N 은 아직 확인하지 않은 알림 건수입니다.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5532120"/>
            <a:ext cx="658368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5532120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5641848"/>
            <a:ext cx="623620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켠 직후에는 표본이 하나뿐이라 선이 그려지지 않습니다. 차트 아래에 그 사실을 알리는 문구가 뜹니다.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2.2  상태 표시등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색과 움직임이 서로 다른 것을 말합니다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색 — 사용량 수준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176272"/>
          <a:ext cx="53949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파랑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임계치를 하나도 넘지 않음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초록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임계치를 넘음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주황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 임계치를 넘음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빨강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임계치를 넘음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178308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움직임 — 프로그램 상태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2176272"/>
          <a:ext cx="534924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4290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움직임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천천히 오간다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정상. 옆 글자는 사용량 수준 이름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빠르게 오간다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중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주황 세모가 붙는다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훅 미등록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오가지 않고 깜박인다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실패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4206240"/>
            <a:ext cx="1106424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206240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15968"/>
            <a:ext cx="107167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색에 프로그램 상태를 싣지 않는 이유 — 그러면 주황이 겹칩니다. [훅 미등록] 의 주황과 [경고 도달] 의 주황을 구별할 수 없습니다. 색은 사용량만 말하므로, 화면 어디서든 빨강은 언제나 “사용량이 위험하다” 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074920"/>
            <a:ext cx="11064240" cy="484632"/>
          </a:xfrm>
          <a:prstGeom prst="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074920"/>
            <a:ext cx="45720" cy="484632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184648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기준은 세 지표 중 가장 심각한 것입니다. 트레이 아이콘의 색과 정확히 같은 값을 씁니다.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2.3  트레이 상주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창을 닫아도 트레이에서 계속 지켜봅니다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403" y="1844152"/>
            <a:ext cx="3219449" cy="3078255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1-tray-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53677"/>
            <a:ext cx="3200399" cy="30592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074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 번 누르면 뜨는 팝업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8114" y="2230755"/>
            <a:ext cx="2305050" cy="230505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2-tray-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2240280"/>
            <a:ext cx="2286000" cy="228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77639" y="5074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우클릭 메뉴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0" y="1783080"/>
          <a:ext cx="5074920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5204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동작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아이콘 보기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가장 심각한 지표의 사용률이 숫자로 그려집니다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마우스 올리기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 지표·마지막 갱신·미확인 알림 건수가 즉시 뜹니다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번 누르기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팝업이 열리고 그때 새로 조회합니다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번 누르기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 창을 띄웁니다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우클릭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 열기 · 지금 조회 · 알림 관리 · 설정 · 자동 실행 · 종료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583680" y="4663440"/>
            <a:ext cx="5074920" cy="905256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4663440"/>
            <a:ext cx="45720" cy="90525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773168"/>
            <a:ext cx="472744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마우스를 올릴 때는 조회하지 않습니다. 도구 설명은 마지막 조회값을 보여 주고, 실제 조회는 누를 때 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5532120"/>
            <a:ext cx="5074920" cy="694944"/>
          </a:xfrm>
          <a:prstGeom prst="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5532120"/>
            <a:ext cx="45720" cy="69494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5641848"/>
            <a:ext cx="472744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단일 인스턴스입니다. 두 번 실행해도 아이콘이 둘로 늘지 않습니다.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2.4  임계치와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정해 둔 사용률을 넘으면 알려 줍니다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83080"/>
          <a:ext cx="576072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5603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수준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아이콘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쓰임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(기본)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· 파랑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임계치를 하나도 넘지 않은 상태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느낌표 · 초록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슬슬 신경 쓸 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세모 · 주황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곧 한도에 닿을 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엑스 · 빨강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거의 다 썼을 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828800"/>
            <a:ext cx="52578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지표 하나에 여러 줄 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현재 세션 70% 알림 · 85% 경고 · 95% 위험 처럼 층을 둘 수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한 번 알린 것은 다시 알리지 않습니다 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같은 임계치는 재설정 전까지 한 번만 뜹니다.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한 번에 여러 개를 넘으면 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알림은 한 건으로 묶어 띄우고, 목록에는 임계치마다 한 줄씩 남습니다.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알림을 꺼도 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윈도우 알림만 뜨지 않을 뿐, 알림 관리 목록에는 계속 쌓입니다.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77639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알림이 가는 곳 두 군데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370832"/>
          <a:ext cx="576072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경로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지우는 주체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윈도우 알림 (토스트)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센터에 쌓이고 OS 가 관리합니다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프로그램의 알림 관리 창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파일에 누적되고 프로그램에서 지웁니다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0" y="5074920"/>
            <a:ext cx="5257800" cy="694944"/>
          </a:xfrm>
          <a:prstGeom prst="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5074920"/>
            <a:ext cx="45720" cy="69494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184648"/>
            <a:ext cx="491032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자리를 비운 동안 뜬 알림도 [알림 관리] 에서 나중에 볼 수 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2.5  설정 — 알림 설정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언제 알릴 것인가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552" y="1727835"/>
            <a:ext cx="3876751" cy="449961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0-settings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77" y="1737360"/>
            <a:ext cx="3857701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182880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윈도우 알림 띄우기 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끄면 토스트가 뜨지 않습니다. 목록에는 그대로 쌓입니다.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알림 활성 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그 줄의 임계치로 알릴지 정합니다. 지표의 모든 줄을 끄면 그 지표는 알리지 않습니다.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차트 표시 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사용률 추이 차트에 점선으로 그릴 임계치를 고릅니다. 최대 3개까지이며, 세 개가 차면 나머지가 잠깁니다.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지표 · 사용률 · 수준 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어느 지표의 몇 %에서 어떤 수준으로 알릴지 정합니다.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알림 추가 / 선택 삭제 / 기본값으로 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줄을 늘리거나 지우고, 처음 상태로 되돌립니다.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5440680"/>
            <a:ext cx="621792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40680" y="5440680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5550408"/>
            <a:ext cx="587044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[알림 활성] 과 [차트 표시] 는 서로 상관이 없습니다. 알리지 않으면서 차트에만 그릴 수도 있고 그 반대도 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2.6  설정 — 환경 설정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어떻게 동작할 것인가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552" y="1727835"/>
            <a:ext cx="3876751" cy="449961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1-settings-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77" y="1737360"/>
            <a:ext cx="3857701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1828800"/>
            <a:ext cx="6217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자동 조회 간격 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기본 5분. 0 으로 두면 자동 조회를 하지 않습니다(수동 조회만). 최소 1분입니다.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로그인 시 자동 실행 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켜고 [저장] 하면 등록됩니다. 등록될 명령이 화면에 함께 보입니다.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시작할 때 트레이에서 실행 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창을 띄우지 않고 트레이로만 올라옵니다.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창을 닫을 때 물어보기 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닫기(X)를 눌렀을 때 어떻게 할지 묻습니다. 끄면 지금 동작이 한 줄로 표시됩니다.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statusline 훅 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[훅 등록] / [훅 해제] 와 현재 등록 상태. 자세한 것은 4장에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5440680"/>
            <a:ext cx="6217920" cy="694944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40680" y="5440680"/>
            <a:ext cx="45720" cy="6949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5550408"/>
            <a:ext cx="587044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등록된 자동 실행 명령이 지금 실행 파일과 다르면 그 사실을 알려 줍니다. 설치 위치를 옮겼거나 다른 빌드로 등록해 둔 경우입니다.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2.7  알림 관리 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지나간 알림을 모아 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0637" y="1773555"/>
            <a:ext cx="5564821" cy="358521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2-alert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62" y="1783080"/>
            <a:ext cx="5545771" cy="356616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0" y="1783080"/>
          <a:ext cx="4343400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718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단추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확인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고른 줄을 확인 처리 (목록에는 남음)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모두 확인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전부 확인 처리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삭제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고른 줄만 지움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삭제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목록을 비움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0" y="3703320"/>
            <a:ext cx="4343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미확인 줄은 굵게 나오고 첫 열에 [미확인] 이라고 적힙니다.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줄을 두 번 누르면 확인 처리됩니다.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최대 500건을 보관하고, 확인한 것부터 버립니다.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미확인 건수는 메인 창의 [알림 관리 (N)] 단추와 트레이 도구 설명에도 나옵니다.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577840"/>
            <a:ext cx="11064240" cy="484632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577840"/>
            <a:ext cx="45720" cy="48463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687568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확인과 삭제는 다른 동작입니다. 확인은 “봤다” 이고 목록에 남으며, 삭제는 목록에서 없앱니다.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2.8  창을 닫을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트레이 상주 프로그램의 닫기는 뜻이 둘입니다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403" y="1890009"/>
            <a:ext cx="3950970" cy="2803662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3-close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99534"/>
            <a:ext cx="3931920" cy="278461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46320" y="1828800"/>
          <a:ext cx="68122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262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동작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백그라운드에서 계속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창만 숨기고 트레이에서 계속 조회·알립니다 (기본 선택)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 종료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조회와 알림을 모두 멈춥니다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닫지 않습니다. Esc 도 여기로 걸립니다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846320" y="3566160"/>
            <a:ext cx="68122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다시 묻지 않음 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켜면 그때 고른 동작을 기억해 다음부터 바로 그렇게 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취소와 함께 켠 체크는 무시합니다 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“묻지 말고 앞으로 취소해라” 는 말이 성립하지 않습니다.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다시 묻게 하려면 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[설정 &gt; 환경 설정 &gt; 창을 닫을 때 어떻게 할지 물어보기] 를 켭니다.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묻지 않는 자리 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[파일 &gt; 종료] 와 트레이 메뉴의 [종료] 는 뜻이 분명하므로 묻지 않습니다.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2.9  디버그 콘솔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무슨 일이 일어나는지 눈으로 봅니다  ([도구 &gt; 디버그 콘솔])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403" y="1799479"/>
            <a:ext cx="6877050" cy="3624802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6-debug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09004"/>
            <a:ext cx="6858000" cy="3605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874519"/>
            <a:ext cx="397763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조회 한 번의 처음부터 끝까지, 설정을 저장한 내용, 어긋난 구간의 사정이 흐릅니다.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릴리즈 빌드에서도 동작합니다. 개발자 전용 장치가 아닙니다.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같은 내용이 monitor.log 파일에도 쌓입니다.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여는 동안 로그 수준을 DEBUG 로 올리고, 닫으면 되돌립니다.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343400"/>
            <a:ext cx="3977639" cy="905256"/>
          </a:xfrm>
          <a:prstGeom prst="rect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4343400"/>
            <a:ext cx="45720" cy="905256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453128"/>
            <a:ext cx="3630167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 창을 닫으면 프로그램도 함께 종료됩니다. 콘솔을 떼려면 [도구 &gt; 디버그 콘솔] 을 다시 눌러 끄십시오.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15000"/>
            <a:ext cx="11064240" cy="484632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715000"/>
            <a:ext cx="45720" cy="48463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824728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문제를 문의할 때 이 화면이나 monitor.log 를 함께 보내 주시면 원인을 빨리 찾을 수 있습니다.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2. 기능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2.10  데이터가 쌓이는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모두 %LOCALAPPDATA%\ClaudeCodeMonitor\ 아래에 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74519"/>
          <a:ext cx="1106424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943600"/>
                <a:gridCol w="30175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지워지면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settings.ini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간격, 임계치 목록, 알림 설정, 종료 동작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기본값으로 되돌아갑니다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history.json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사용률 표본. 7일 보관하며 차트가 최근 24시간을 읽습니다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차트가 비고 다시 쌓입니다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alerts.json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목록. 확인 여부 포함, 최대 500건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지나간 알림이 사라집니다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snapshot.json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statusline 훅이 남긴 원본 자료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훅이 다시 만듭니다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monitor.log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로그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다시 쌓입니다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617720"/>
            <a:ext cx="1106424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617720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727448"/>
            <a:ext cx="107167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설정을 레지스트리가 아니라 INI 파일로 두는 이유 — 제거할 때 지우기 쉽고, 문제가 생겼을 때 사용자가 직접 열어 볼 수 있기 때문입니다. 자동 실행 등록만 OS 가 정한 자리(레지스트리)를 씁니다.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440680"/>
            <a:ext cx="11064240" cy="484632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440680"/>
            <a:ext cx="45720" cy="4846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550408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 폴더는 프로그램을 지워도 물어본 뒤에만 지워집니다. 3장을 보십시오.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822960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7033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제거하는 세 가지 방법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화면별 선택지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지워지는 것과 남는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3.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3.1  제거하는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어느 길로 들어가도 같은 제거 관리자가 뜹니다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110642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28800"/>
            <a:ext cx="50292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842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91109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시작 메뉴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002536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[Claude Code Monitor] &gt; [제거]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78608"/>
            <a:ext cx="110642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578608"/>
            <a:ext cx="50292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340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266090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설정 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75234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설정 &gt; 앱 &gt; 설치된 앱 &gt; Claude Code Monitor &gt; 제거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328416"/>
            <a:ext cx="110642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328416"/>
            <a:ext cx="50292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8386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4107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설치 폴더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3502152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설치 폴더의 uninstall.exe 를 직접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519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제거 순서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681728"/>
            <a:ext cx="260604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681728"/>
            <a:ext cx="26060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864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①  </a:t>
            </a:r>
            <a:r>
              <a:rPr sz="14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제거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74136" y="4681728"/>
            <a:ext cx="260604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74136" y="4681728"/>
            <a:ext cx="26060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4" y="4864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②  </a:t>
            </a:r>
            <a:r>
              <a:rPr sz="14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statusline 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4681728"/>
            <a:ext cx="260604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1344" y="4681728"/>
            <a:ext cx="26060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864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③  </a:t>
            </a:r>
            <a:r>
              <a:rPr sz="14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사용자 데이터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88552" y="4681728"/>
            <a:ext cx="2606040" cy="71323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88552" y="4681728"/>
            <a:ext cx="2606040" cy="457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48646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④  </a:t>
            </a:r>
            <a:r>
              <a:rPr sz="14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623560"/>
            <a:ext cx="11064240" cy="484632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623560"/>
            <a:ext cx="45720" cy="4846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733288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실행 중이면 제거 관리자가 먼저 알립니다. 트레이 아이콘에서 [종료] 한 뒤 [확인] 을 누르십시오.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3.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3.2  ① 제거 확인 · ② statusline 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816693" y="1819275"/>
            <a:ext cx="4895429" cy="303657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51-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18" y="1828800"/>
            <a:ext cx="4876379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95604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① 무엇을 어디서 지울지 확인합니다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3405" y="1819275"/>
            <a:ext cx="4895429" cy="303657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2-hook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930" y="1828800"/>
            <a:ext cx="4876379" cy="3017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495604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② statusline 훅을 함께 지울지 고릅니다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394960"/>
            <a:ext cx="1106424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394960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504688"/>
            <a:ext cx="107167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② 화면은 지금 Claude Code 설정에 무엇이 등록되어 있는지 그대로 보여 줍니다. 무엇을 지우는지 모르고 누르지 않도록, 등록된 명령을 화면에 적습니다.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3.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3.3  ② statusline 훅 화면이 고르는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지금 등록되어 있는 것에 따라 화면의 말과 확인란이 달라집니다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6583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지금 등록된 것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화면이 하는 말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확인란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지울 것이 없습니다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꺼짐 · 잠김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설치본이 등록한 것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프로그램이 등록한 항목입니다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켜짐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복사본 (파일 없음)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없는 파일을 가리켜 상태줄이 빈칸으로 보입니다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켜짐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복사본 (파일 있음)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지금 이 설치본이 등록한 것이 아닙니다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꺼짐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프로그램의 설정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건드리지 않습니다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꺼짐 · 잠김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357584" y="1819275"/>
            <a:ext cx="4304352" cy="267081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6-hookpage-other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109" y="1828800"/>
            <a:ext cx="4285302" cy="2651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60920" y="45902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다른 복사본이 등록되어 있을 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407408"/>
            <a:ext cx="6583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없는 파일을 가리키는 등록은 그냥 지웁니다 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되살릴 방법이 없고, 남겨 두면 Claude Code 의 상태줄이 이유 없이 빈칸으로 보입니다.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살아 있는 다른 복사본은 기본으로 두지 않습니다 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그쪽은 지금도 동작 중인 설정입니다. 경로를 보고 직접 켜야 지웁니다.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남의 설정은 파일을 열지도 않습니다 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제거 관리자가 남의 설정 파일을 말없이 고쳐서는 안 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3.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3.4  ③ 사용자 데이터 · ④ 완료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07008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403" y="2001673"/>
            <a:ext cx="3585210" cy="1483052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53-user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11198"/>
            <a:ext cx="3566160" cy="14640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703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③ 설정과 사용률 이력을 지울지 묻습니다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6715" y="1961147"/>
            <a:ext cx="2030730" cy="1564103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54-not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970672"/>
            <a:ext cx="2011680" cy="15450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06240" y="3703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④ 끝났다는 안내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21195" y="1864994"/>
            <a:ext cx="4599890" cy="285369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55-d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720" y="1874519"/>
            <a:ext cx="4580840" cy="2834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0" y="4773168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④ 무엇을 지웠는지 한 줄씩 남습니다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4069080"/>
          <a:ext cx="5806440" cy="122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4348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의 선택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설정·이력·알림 목록을 모두 지웁니다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아니요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그대로 남깁니다. 다시 설치하면 이어서 씁니다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66928" y="5440680"/>
            <a:ext cx="5806440" cy="694944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440680"/>
            <a:ext cx="45720" cy="6949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550408"/>
            <a:ext cx="54589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되돌릴 수 없는 쪽이므로, 다시 설치할 생각이 조금이라도 있으면 [아니요] 를 권합니다.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3.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3.5  지워지는 것과 남는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제거 관리자는 자기가 만든 것만 지웁니다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6424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554480"/>
                <a:gridCol w="64922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어떻게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설치한 파일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지웁니다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폴더를 통째로 지우지 않고 설치한 파일만 이름으로 지웁니다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메뉴 바로가기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지웁니다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시 자동 실행 등록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지웁니다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없는 파일을 가리키는 항목이 시작 앱 목록에 남지 않도록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프로그램 켜고 끈 기록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지웁니다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관리자에서 껐던 기록. Run 값과 짝입니다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트레이 아이콘 표시 설정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지웁니다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실행 파일을 가리키는 항목만. 다른 프로그램 것은 건드리지 않습니다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제어판 등록 정보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지웁니다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[설치된 앱] 목록에서 사라집니다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· 이력 · 알림 목록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물어봅니다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에서 고릅니다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statusline 훅 등록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골라서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에서 고릅니다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074920"/>
            <a:ext cx="1106424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074920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84648"/>
            <a:ext cx="107167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트레이 아이콘 표시 설정을 지운 결과는 다시 로그인해야 [설정 &gt; 개인 설정 &gt; 작업 표시줄] 목록에 반영됩니다. 그 목록은 탐색기가 메모리에 들고 있는 것을 그리기 때문입니다.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704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조용한 제거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uninstall.exe /S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 — 화면이 없으므로 statusline 훅과 사용자 데이터는 모두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남깁니다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. 되돌릴 수 없는 쪽을 묻지 않고 하지 않기 위해서입니다.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822960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Claude Code CLI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7033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터미널 아래 상태줄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훅 등록과 해제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값의 출처와 신선도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4. CLI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4.1  터미널 아래에 한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를 쓰는 동안 눈을 떼지 않고 사용률을 봅니다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pic>
        <p:nvPicPr>
          <p:cNvPr id="9" name="Picture 8" descr="41-cli-status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694" y="1828800"/>
            <a:ext cx="9914708" cy="1051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017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화면 아래에 나오는 상태줄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474720"/>
          <a:ext cx="1106424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852160"/>
                <a:gridCol w="320040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조각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어디서 오는가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얼마나 신선한가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Session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Claude Code 가 훅에게 넘기는 자료의 5시간 창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상태줄이 갱신될 때마다 (약 5초)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Model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자료의 주간 창 (모든 모델)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위와 같음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Fable 등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트레이 본체가 남겨 둔 모델별 값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본체의 조회 간격만큼 (기본 5분)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4983480"/>
            <a:ext cx="11064240" cy="484632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983480"/>
            <a:ext cx="45720" cy="48463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093208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색이 들어갑니다. 사용률이 오를수록 진해지며, 검은 바탕에서 읽기 좋도록 채도를 낮춰 잡았습니다.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596128"/>
            <a:ext cx="11064240" cy="484632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596128"/>
            <a:ext cx="45720" cy="4846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705856"/>
            <a:ext cx="1071676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세 번째 조각(모델별)은 트레이 본체가 켜져 있을 때만 나옵니다. 본체를 끄면 그 조각이 사라지고 앞의 두 개만 남습니다.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4. CLI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4.2  훅 등록하기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프로그램에서 한 번 누르면 끝납니다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어디서 누르는가 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[도구 &gt; statusline 훅 등록] 또는 [설정 &gt; 환경 설정 &gt; statusline 훅 &gt; 훅 등록]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이미 다른 설정이 있으면 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무엇이 걸려 있는지 보여 주고 물어봅니다. 덮어쓰기 전에 확인할 수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백업 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고치기 전에 settings.json.bak.&lt;타임스탬프&gt; 로 백업합니다.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3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적용 시점 </a:t>
            </a: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Claude Code 는 세션을 시작할 때 설정을 읽습니다. 등록한 뒤에는 Claude Code 를 다시 시작해야 상태줄이 나옵니다.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26851" y="1773555"/>
            <a:ext cx="4457058" cy="175641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34-hook-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376" y="1783080"/>
            <a:ext cx="4438008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52160" y="356616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 다른 설정이 있을 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9486" y="3922395"/>
            <a:ext cx="4051788" cy="184785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5-hook-d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011" y="3931920"/>
            <a:ext cx="4032738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2160" y="5806440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등록이 끝나면 무엇을 어디에 적었는지 알려 줍니다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800600"/>
            <a:ext cx="5120640" cy="905256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800600"/>
            <a:ext cx="45720" cy="90525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10328"/>
            <a:ext cx="477316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훅은 Claude Code 의 설정 파일을 건드리는 유일한 기능입니다. 그래서 확인 없이는 아무것도 고치지 않습니다.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4. CLI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4.3  등록되는 내용과 해제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무엇이 적히고, 어떻게 지우는가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적히는 자리와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6309360" cy="1975104"/>
          </a:xfrm>
          <a:prstGeom prst="rect">
            <a:avLst/>
          </a:prstGeom>
          <a:solidFill>
            <a:srgbClr val="1B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40864"/>
            <a:ext cx="6016752" cy="1682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%USERPROFILE%\.claude\settings.json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  "statusLine": {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    "type": "command",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    "command": "\"C:/Users/.../ClaudeCodeMonitor/ccm_probe.exe\" --color"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17720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경로를 슬래시로 적는 이유 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Claude Code 는 상태줄 명령을 bash 에 넘깁니다. 역슬래시를 그대로 적으면 bash 가 이스케이프로 먹어 명령을 찾지 못합니다.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CLAUDE_CONFIG_DIR 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 환경변수가 있으면 그 경로의 settings.json 을 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7830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해제 — 우리 것만 지웁니다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040880" y="2194560"/>
          <a:ext cx="461772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0175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등록된 것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알리고 끝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ccm_probe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확인받고 지웁니다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복사본 · 있음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 사실을 밝히고 확인받은 뒤 지웁니다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복사본 · 없음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묻지 않고 지웁니다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남의 명령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파일을 열지도 않습니다. 알리기만 합니다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040880" y="475488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[설정 &gt; 환경 설정 &gt; 훅 해제] 를 누르거나,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터미널에서 ccm_probe --unregister 를 실행합니다.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5623560"/>
            <a:ext cx="4617720" cy="694944"/>
          </a:xfrm>
          <a:prstGeom prst="rect">
            <a:avLst/>
          </a:prstGeom>
          <a:solidFill>
            <a:srgbClr val="EC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5623560"/>
            <a:ext cx="45720" cy="694944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5733288"/>
            <a:ext cx="427024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가리키는 파일이 이미 없는 등록은 묻지 않고 지웁니다. 되살릴 방법이 없기 때문입니다.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4. CLI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4.4  실제 터미널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를 띄우면 아래쪽에 한 줄이 붙습니다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195" y="1773555"/>
            <a:ext cx="6702666" cy="422529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0-cli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20" y="1783080"/>
            <a:ext cx="6683616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2440" y="1874519"/>
            <a:ext cx="3566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상태줄이 비어 있다면 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훅을 등록한 뒤 Claude Code 를 다시 시작했는지 확인하십시오.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모델별 조각이 없다면 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트레이 본체가 꺼져 있거나, 켠 뒤 아직 한 번도 조회하지 않은 것입니다.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값이 낡았다면 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본체의 조회 간격(기본 5분)만큼 늦습니다. [지금 조회] 를 누르면 바로 새로 고쳐집니다.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훅은 본체 없이도 돕니다 </a:t>
            </a: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본체를 지워도 세션과 모든 모델 두 조각은 계속 나옵니다.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822960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916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7033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라이선스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문제 해결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사양과 제한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— 문의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5. 기타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5.1  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GNU General Public License v3.0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839884" y="1773555"/>
            <a:ext cx="4391848" cy="3950970"/>
          </a:xfrm>
          <a:prstGeom prst="rect">
            <a:avLst/>
          </a:prstGeom>
          <a:noFill/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3-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09" y="1783080"/>
            <a:ext cx="4372798" cy="3931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7790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[도움말 &gt; ClaudeCodeMonitor 정보]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874519"/>
            <a:ext cx="59436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자유 소프트웨어입니다 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쓰고, 복제하고, 고치고, 다시 배포할 수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다시 배포할 때 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GPLv3 전문(LICENSE)을 함께 주어야 합니다. 설치 폴더와 zip 묶음 모두에 들어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고쳐서 배포할 때 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고친 것도 같은 GPLv3 로 내야 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보증 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쓸모가 있기를 바라며 배포되지만 어떠한 보증도 하지 않습니다.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전문 보기 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정보 창의 [라이선스 전문] 단추를 누르면 실행 파일에 실린 전문이 열립니다.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5532120"/>
            <a:ext cx="594360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5532120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5641848"/>
            <a:ext cx="559612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GPLv3 를 고른 것은 선택이 아니라 의무였습니다. 이 프로그램은 Qt 를 씁니다.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5. 기타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5.2  문제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자주 묻는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83080"/>
          <a:ext cx="1106424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00400"/>
                <a:gridCol w="47548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값이 채워지지 않고 [조회 실패]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claude 를 찾지 못하거나 로그인되어 있지 않음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터미널에서 claude --version 과 로그인 상태를 확인하십시오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차트에 선이 없다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켠 직후라 표본이 하나뿐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몇 분 두면 그려집니다. 이력은 7일 보관합니다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[훅 미등록] 이 계속 뜬다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statusline 훅을 등록하지 않음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[도구 &gt; statusline 훅 등록]. 등록하지 않아도 조회와 알림은 동작합니다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터미널 상태줄이 비어 있다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후 Claude Code 를 다시 시작하지 않음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Claude Code 는 세션 시작 때 설정을 읽습니다. 다시 시작하십시오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트레이 아이콘이 안 보인다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Windows 11 이 숨김 영역에 넣음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[숨겨진 아이콘 표시(^)] 를 누르거나, 작업 표시줄 설정에서 항상 보이게 하십시오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폴더를 옮겼더니 자동 실행이 깨졌다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등록된 명령이 절대 경로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창에서 자동 실행을 껐다 켜고, 훅도 다시 등록하십시오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알림이 뜨지 않는다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윈도우 알림을 껐거나 집중 지원 중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15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[설정 &gt; 알림 설정 &gt; 윈도우 알림 띄우기] 와 Windows 알림 설정을 확인하십시오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623560"/>
            <a:ext cx="11064240" cy="69494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45720" cy="69494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733288"/>
            <a:ext cx="1071676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원인을 찾기 어려우면 [도구 &gt; 디버그 콘솔] 을 켜고 [지금 조회] 를 눌러 보십시오. 같은 내용이 monitor.log 에도 남습니다.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5. 기타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5.3  사양과 제한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알아 두면 좋은 값들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64240" cy="9525"/>
          </a:xfrm>
          <a:prstGeom prst="rect">
            <a:avLst/>
          </a:prstGeom>
          <a:solidFill>
            <a:srgbClr val="D7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Claude Code 사용량 모니터 v1.0.0 사용자 가이드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5440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5468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조회 간격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간격 범위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1분 ~ 720분 (0 = 자동 조회 안 함)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1회 소요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1~2초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비용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(모델을 호출하지 않음)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차트가 보는 구간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최근 24시간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보관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7일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828800"/>
          <a:ext cx="53949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anchor="ctr" marL="91440" marR="91440">
                    <a:solidFill>
                      <a:srgbClr val="1B4F8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목록 보관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 500건 (확인한 것부터 버림)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차트 임계치 점선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 3개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크기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32 MB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권한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없음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인스턴스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하나만 (두 번 실행해도 하나)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한국어 · 영어 (OS 설정을 따름)</a:t>
                      </a:r>
                    </a:p>
                  </a:txBody>
                  <a:tcPr anchor="ctr" marL="91440" marR="91440" marT="27432" marB="27432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46817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B4F8A"/>
                </a:solidFill>
                <a:latin typeface="맑은 고딕"/>
                <a:ea typeface="맑은 고딕"/>
                <a:cs typeface="맑은 고딕"/>
              </a:rPr>
              <a:t>알아 둘 제한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093208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과거 값은 프로그램이 켜져 있는 동안 쌓은 것뿐입니다. 꺼 둔 동안의 사용량은 차트에 남지 않습니다.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모델별 주간 값은 트레이 본체가 켜져 있을 때만 얻을 수 있습니다.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get_usage 는 Claude Code SDK 의 내부 규약이라 Claude Code 판이 바뀌면 달라질 수 있습니다. 실패해도 상태줄 경로는 그대로 동작합니다.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86DE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125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Windows 전용입니다. 트레이 상주와 레지스트리 등록이 Windows 방식에 맞춰져 있습니다.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8FC2F5"/>
                </a:solidFill>
                <a:latin typeface="맑은 고딕"/>
                <a:ea typeface="맑은 고딕"/>
                <a:cs typeface="맑은 고딕"/>
              </a:rPr>
              <a:t>문의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ilkweon.ban@innogrid.com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794760"/>
            <a:ext cx="1280160" cy="28575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1148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CFE2F7"/>
                </a:solidFill>
                <a:latin typeface="맑은 고딕"/>
                <a:ea typeface="맑은 고딕"/>
                <a:cs typeface="맑은 고딕"/>
              </a:rPr>
              <a:t>Claude Code 사용량 모니터  v1.0.0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C4E8"/>
                </a:solidFill>
                <a:latin typeface="맑은 고딕"/>
                <a:ea typeface="맑은 고딕"/>
                <a:cs typeface="맑은 고딕"/>
              </a:rPr>
              <a:t>Copyright (C) 2026 Innogrid Co., Ltd.  ·  GNU General Public License v3.0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